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228600" cy="3200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009688"/>
                </a:solidFill>
                <a:latin typeface="Calibri Light"/>
              </a:defRPr>
            </a:pPr>
            <a:r>
              <a:t>NutriPrecio — Sprint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 Light"/>
              </a:defRPr>
            </a:pPr>
            <a:r>
              <a:t>Certamen N°2 — Taller de Metodos de Innovacion Agiles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3657600" cy="1828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Equipo:</a:t>
            </a:r>
            <a:br/>
            <a:r>
              <a:t>Vicente Sepulveda, Matias Ramirez, Benjamin Buzeta, Fernando Sepulveda, Sebastian Herrera (Scrum Master)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Product Owner: Ignacio Herrera</a:t>
            </a:r>
            <a:br/>
            <a:r>
              <a:t>Mayo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 Light"/>
              </a:defRPr>
            </a:pPr>
            <a:r>
              <a:t>Introduccion al Sprint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 general: Plataforma de comparacion de precios de alimentos saludables en Chile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Meta Sprint I: Implementar registro de tienda, login/registro de usuarios, y dashboard de vendedor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Alcance: 3 historias de usuario (MV-03, MV-52, MV-54)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9 tareas planificadas, 47 horas estimadas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Duracion: Sprint de 2 semanas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 Light"/>
              </a:defRPr>
            </a:pPr>
            <a:r>
              <a:t>Metodologia y Enfoque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Framework: Scrum (Sprint de 2 semanas)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Herramientas: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Django 6.0 + DRF (backend)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Angular 19 (frontend)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Git (control de versiones)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Roles del equipo: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Product Owner: Ignacio Herrera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Scrum Master: Sebastian Herrera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Dev Team: Vicente Sepulveda, Matias Ramirez,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            Benjamin Buzeta, Fernando Sepulveda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Distribucion: Backend, Frontend, API,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Autenticacion,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 Light"/>
              </a:defRPr>
            </a:pPr>
            <a:r>
              <a:t>Diagrama de Casos de Uso</a:t>
            </a:r>
          </a:p>
        </p:txBody>
      </p:sp>
      <p:pic>
        <p:nvPicPr>
          <p:cNvPr id="5" name="Picture 4" descr="diagrama-casos-de-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514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 actores principales: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Comprador: busca y compara productos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Vendedor: registra tienda y gestiona precios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Sistema: autentica y notifica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11 casos de uso identificados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Relaciones include/extend para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reutilizacion de funcionalidades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 Light"/>
              </a:defRPr>
            </a:pPr>
            <a:r>
              <a:t>Diagrama de Clases</a:t>
            </a:r>
          </a:p>
        </p:txBody>
      </p:sp>
      <p:pic>
        <p:nvPicPr>
          <p:cNvPr id="5" name="Picture 4" descr="diagrama-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57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5 entidades principales: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User, Store, Product, Category, Price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 gestores de autenticacion y servicios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 interfaz para comparacion de precios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Relaciones clave: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Tienda-Usuario (owner)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Producto-Categoria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Precio-Producto-Tienda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 Light"/>
              </a:defRPr>
            </a:pPr>
            <a:r>
              <a:t>Diagrama de Actividades</a:t>
            </a:r>
          </a:p>
        </p:txBody>
      </p:sp>
      <p:pic>
        <p:nvPicPr>
          <p:cNvPr id="5" name="Picture 4" descr="diagrama-activ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2690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 flujos principales implementados: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MV-03: Registro de Tienda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MV-52: Login y Registro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• MV-54: Dashboard del Vendedor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Swimlanes: Usuario, Frontend,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Backend, Base de Datos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Muestra el flujo completo de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interaccion del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 Light"/>
              </a:defRPr>
            </a:pPr>
            <a:r>
              <a:t>Sprint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CAF50"/>
                </a:solidFill>
                <a:latin typeface="Calibri"/>
              </a:defRPr>
            </a:pPr>
            <a:r>
              <a:t>Funcionalidades Entregadas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MV-52: Login y Registro (COMPLETO)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Registro con encriptacion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Tokens + interceptor HTTP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AuthGuard de rutas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MV-03: Registro de Tienda (COMPLETO)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Modelo Store con owner FK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CRUD /api/stores/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Formulario frontend integrado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MV-54: Dashboard Vendedor (COMPLETO)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Perfil con avatar e indicadores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Validacion is_seller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Acciones rapidas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9800"/>
                </a:solidFill>
                <a:latin typeface="Calibri"/>
              </a:defRPr>
            </a:pPr>
            <a:r>
              <a:t>No Entregadas / Parciales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Dashboard sidebar de navegacion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Layout actual: pagina unica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Sin barra lateral como se muestra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en el diagrama de actividades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Estado real del perfil de tienda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Estadisticas muestran '--'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Endpoints disponibles, sin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consumo frontend en esta iteracion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Gestion de productos desde dashboard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Boton 'Configurar Perfil' deshabilitado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CRUD de productos: fuera de alcance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097280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Metricas: 7/9 tareas (78%)  |  ~35/47 horas (74%)  |  Velocidad: 74% del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 Light"/>
              </a:defRPr>
            </a:pPr>
            <a:r>
              <a:t>Sprint 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CAF50"/>
                </a:solidFill>
                <a:latin typeface="Calibri"/>
              </a:defRPr>
            </a:pPr>
            <a:r>
              <a:t>Que salio bien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Distribucion clara de tareas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Responsabilidades bien definidas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Backend, frontend, API, auth,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dashboard: cada uno con owner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Stack tecnologico apropiado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Django + DRF + Angular 19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Separacion de concerns facilito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desarrollo paralelo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Autenticacion correcta desde inicio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Tokens configurados dia 1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Interceptor + AuthGuard funcionando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Estructura organizada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9800"/>
                </a:solidFill>
                <a:latin typeface="Calibri"/>
              </a:defRPr>
            </a:pPr>
            <a:r>
              <a:t>Que mejorar y Acciones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Falta de seguimiento diario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Sin standups formales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Tareas estancadas sin detectar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Campo owner no incluido desde inicio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Requirio migracion adicional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se valido is_seller inicialmente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Compradores accedian al dashboard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Sin seed data hasta el final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Imposibilito demos intermedias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Acciones proximo Sprint: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Daily standups de 15 min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Seed data desde dia 1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• Revisar UML antes de codificar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 Light"/>
              </a:defRPr>
            </a:pPr>
            <a:r>
              <a:t>Demo del Incremento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Flujo de demostracion: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1031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Registrar vendedor  →  /register</a:t>
            </a:r>
          </a:p>
          <a:p>
            <a:pPr algn="ctr"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Login  →  token almacenado, redireccion a home</a:t>
            </a:r>
          </a:p>
          <a:p>
            <a:pPr algn="ctr"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Navegar al Dashboard  →  /dashboard</a:t>
            </a:r>
          </a:p>
          <a:p>
            <a:pPr algn="ctr"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Click 'Registrar Tienda'  →  /dashboard/store-form</a:t>
            </a:r>
          </a:p>
          <a:p>
            <a:pPr algn="ctr"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Completar formulario  →  POST /api/stores/</a:t>
            </a:r>
          </a:p>
          <a:p>
            <a:pPr algn="ctr"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Volver al Dashboard  →  confirmacion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Backup: Screenshots disponibles si la demo en vivo falla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