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0F5E74"/>
          </a:solidFill>
          <a:ln w="12700">
            <a:solidFill>
              <a:srgbClr val="0F5E7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-548640"/>
            <a:ext cx="2286000" cy="2286000"/>
          </a:xfrm>
          <a:prstGeom prst="ellipse">
            <a:avLst/>
          </a:prstGeom>
          <a:solidFill>
            <a:srgbClr val="1A9E80"/>
          </a:solidFill>
          <a:ln w="12700">
            <a:solidFill>
              <a:srgbClr val="1A9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457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A9E80"/>
                </a:solidFill>
              </a:rPr>
              <a:t>CERTAMEN N°2 — TALLER DE MÉTODOS DE INNOVACIÓN ÁGILES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NutriPrecio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9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I — Informe Técnico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320040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697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</a:rPr>
              <a:t>Equipo de Desarrollo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Vicente Sepúlveda  ·  Matías Ramírez  ·  Benjamín Buzeta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Sepúlveda  ·  Sebastián Herrera (Scrum Master)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Product Owner: Ignacio Herrera   |   Mayo 2026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2286000"/>
            <a:ext cx="2286000" cy="2011680"/>
          </a:xfrm>
          <a:prstGeom prst="rect">
            <a:avLst/>
          </a:prstGeom>
          <a:solidFill>
            <a:srgbClr val="0F5E7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237744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6.0 + DRF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Scrum
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3 User Stories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h estimadas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Introducción al Sprint 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005840"/>
            <a:ext cx="2743200" cy="3474720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005840"/>
            <a:ext cx="2743200" cy="5029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Objetivo General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comparación de precios de alimentos saludables orientada al mercado chileno, conectando compradores con pymes y tiendas locales.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743200" cy="3474720"/>
          </a:xfrm>
          <a:prstGeom prst="rect">
            <a:avLst/>
          </a:prstGeom>
          <a:solidFill>
            <a:srgbClr val="0F5E7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05840"/>
            <a:ext cx="2743200" cy="5029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 Sprint 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160020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las funcionalidades base: registro de tienda (MV-03), sistema de login/registro (MV-52) y panel de control del vendedor (MV-54).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1005840"/>
            <a:ext cx="2743200" cy="3474720"/>
          </a:xfrm>
          <a:prstGeom prst="rect">
            <a:avLst/>
          </a:prstGeom>
          <a:solidFill>
            <a:srgbClr val="1A9E8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0515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Alcance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60020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historias de usuario · 9 tareas planificadas · 47 horas estimadas · Sprint de 2 semanas · 4 desarrolladores.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47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20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 Stories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4884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47"/>
                </a:solidFill>
              </a:rPr>
              <a:t>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14884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Tareas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4048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47"/>
                </a:solidFill>
              </a:rPr>
              <a:t>47h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4048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Estimadas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3212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47"/>
                </a:solidFill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3212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23760" y="4663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3B47"/>
                </a:solidFill>
              </a:rPr>
              <a:t>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223760" y="4937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Devs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Metodología y Enfoque Técnico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39319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3B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499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Backend: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49961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Django 6.0 + Django REST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38528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Base de datos: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97510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SQLite (dev) · django-cors-headers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5059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Autenticación: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2450592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Django Token Authentication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889504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26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Frontend: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9260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Angular 19 (Standalone Components)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64992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015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UI: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40156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Angular Material + SCSS + RxJS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840480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87705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Versiones: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38770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Git · ramas por feature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" y="4315968"/>
            <a:ext cx="38404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3525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Gestión: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37360" y="4352544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Sprint Backlog en Excel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960120"/>
            <a:ext cx="4206240" cy="3931920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del Equipo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800600" y="1481328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15087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Product Owner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17190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Ignacio Herrera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58000" y="154533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Visión del producto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048256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2075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Scrum Master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22860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Sebastián Herrera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58000" y="211226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Gestión del sprint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615184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2642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Developer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2852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Vicente Sepúlveda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58000" y="26791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Backend · Modelos · Permisos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182112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44" name="Text 42"/>
          <p:cNvSpPr/>
          <p:nvPr/>
        </p:nvSpPr>
        <p:spPr>
          <a:xfrm>
            <a:off x="4892040" y="32095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Developer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41985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Benjamín Buzeta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858000" y="3246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Frontend · Dashboard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00600" y="3749040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48" name="Text 46"/>
          <p:cNvSpPr/>
          <p:nvPr/>
        </p:nvSpPr>
        <p:spPr>
          <a:xfrm>
            <a:off x="4892040" y="3776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Developer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892040" y="39867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Matías Ramírez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858000" y="3813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Endpoints API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800600" y="4315968"/>
            <a:ext cx="3931920" cy="50292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52" name="Text 50"/>
          <p:cNvSpPr/>
          <p:nvPr/>
        </p:nvSpPr>
        <p:spPr>
          <a:xfrm>
            <a:off x="4892040" y="4343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9E80"/>
                </a:solidFill>
              </a:rPr>
              <a:t>Developer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892040" y="45537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Fernando Sepúlveda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858000" y="437997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Autenticación UI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Casos de Uso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3</a:t>
            </a:r>
            <a:endParaRPr lang="en-US" sz="1400" dirty="0"/>
          </a:p>
        </p:txBody>
      </p:sp>
      <p:pic>
        <p:nvPicPr>
          <p:cNvPr id="6" name="Image 0" descr="/home/claude/diagrama-casos-de-us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486400" cy="40233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914400"/>
            <a:ext cx="3017520" cy="402336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B47"/>
                </a:solidFill>
              </a:rPr>
              <a:t>Actores Principales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80760" y="1371600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0" name="Text 7"/>
          <p:cNvSpPr/>
          <p:nvPr/>
        </p:nvSpPr>
        <p:spPr>
          <a:xfrm>
            <a:off x="6492240" y="13716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Comprador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92240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Busca y compara precios de productos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2057400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0574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Vendedor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92240" y="2258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Registra tienda y gestiona productos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80760" y="2743200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27432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Sistema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92240" y="29443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Autentica, valida y gestiona tokens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3520440"/>
            <a:ext cx="2743200" cy="27432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6"/>
          <p:cNvSpPr/>
          <p:nvPr/>
        </p:nvSpPr>
        <p:spPr>
          <a:xfrm>
            <a:off x="608076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Casos de Uso Clave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080760" y="3931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80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Registrar cuenta · Iniciar sesión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080760" y="41788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80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Registrar tienda (MV-03)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080760" y="442569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80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Acceder al Dashboard (MV-54)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80760" y="46725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9E80"/>
                </a:solidFill>
              </a:rPr>
              <a:t>› 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Buscar y comparar precios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 de Clases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3</a:t>
            </a:r>
            <a:endParaRPr lang="en-US" sz="1400" dirty="0"/>
          </a:p>
        </p:txBody>
      </p:sp>
      <p:pic>
        <p:nvPicPr>
          <p:cNvPr id="6" name="Image 0" descr="/home/claude/diagrama-clas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96112"/>
            <a:ext cx="8595360" cy="3383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137160" y="4407408"/>
            <a:ext cx="1691640" cy="658368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10312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User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10312" y="4645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Extiende AbstractUser · email único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938528" y="4407408"/>
            <a:ext cx="1691640" cy="658368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11680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Store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011680" y="4645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owner FK → User · slug único · logo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739896" y="4407408"/>
            <a:ext cx="1691640" cy="658368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813048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Product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813048" y="4645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Nombre, marca, categoría, código de barras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41264" y="4407408"/>
            <a:ext cx="1691640" cy="658368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614416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Price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14416" y="4645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Vincula Producto + Tienda · precio + descuento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342632" y="4407408"/>
            <a:ext cx="1691640" cy="658368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415784" y="442569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9E80"/>
                </a:solidFill>
              </a:rPr>
              <a:t>Category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15784" y="464515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Jerárquica con self-referencia (padre)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Diagramas de Actividades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28346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914400"/>
            <a:ext cx="2834640" cy="347472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32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MV-52: Login y Registro</a:t>
            </a:r>
            <a:endParaRPr lang="en-US" sz="1100" dirty="0"/>
          </a:p>
        </p:txBody>
      </p:sp>
      <p:pic>
        <p:nvPicPr>
          <p:cNvPr id="9" name="Image 0" descr="/home/claude/diagrama-actividades-mv5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0312" y="1307592"/>
            <a:ext cx="2743200" cy="2651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" y="4498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Autenticación con tokens · AuthGuard · Interceptor HTTP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54680" y="914400"/>
            <a:ext cx="28346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54680" y="914400"/>
            <a:ext cx="2834640" cy="347472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13" name="Text 10"/>
          <p:cNvSpPr/>
          <p:nvPr/>
        </p:nvSpPr>
        <p:spPr>
          <a:xfrm>
            <a:off x="3246120" y="932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MV-03: Registro de Tienda</a:t>
            </a:r>
            <a:endParaRPr lang="en-US" sz="1100" dirty="0"/>
          </a:p>
        </p:txBody>
      </p:sp>
      <p:pic>
        <p:nvPicPr>
          <p:cNvPr id="14" name="Image 1" descr="/home/claude/diagrama-actividades-mv03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1307592"/>
            <a:ext cx="2743200" cy="2651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27832" y="4498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Formulario · POST /api/stores/ · Slug único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44768" y="914400"/>
            <a:ext cx="2834640" cy="35204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44768" y="914400"/>
            <a:ext cx="2834640" cy="347472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18" name="Text 14"/>
          <p:cNvSpPr/>
          <p:nvPr/>
        </p:nvSpPr>
        <p:spPr>
          <a:xfrm>
            <a:off x="6236208" y="9326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MV-54: Dashboard</a:t>
            </a:r>
            <a:endParaRPr lang="en-US" sz="1100" dirty="0"/>
          </a:p>
        </p:txBody>
      </p:sp>
      <p:pic>
        <p:nvPicPr>
          <p:cNvPr id="19" name="Image 2" descr="/home/claude/diagrama-actividades-mv54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90488" y="1307592"/>
            <a:ext cx="2743200" cy="2651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44988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Validación is_seller · Bienvenida · Perfil de tienda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Swimlanes: Usuario · Frontend · Backend · Base de Datos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3977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0624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Funcionalidades Entregadas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389888"/>
            <a:ext cx="5029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" y="1408176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MV-52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96112" y="138988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Login y Registro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6824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Registro con encriptación (create_user)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19293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Tokens · Interceptor HTTP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21762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AuthGuard de rutas protegidas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42032"/>
            <a:ext cx="5029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2560320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MV-03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96112" y="254203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Registro de Tienda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8346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Modelo Store con owner FK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60120" y="30815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CRUD /api/stores/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33284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Formulario frontend integrado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694176"/>
            <a:ext cx="50292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" y="3712464"/>
            <a:ext cx="466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MV-54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96112" y="36941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Dashboard Vendedor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986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Perfil con avatar e indicadores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60120" y="423367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Validación is_seller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60120" y="44805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·  Acciones rápidas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914400"/>
            <a:ext cx="4206240" cy="39776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⚠  Parciales / No Entregadas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00600" y="1417320"/>
            <a:ext cx="39319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14721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Sidebar de Navegación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37760" y="17647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Dashboard es una sola página. Sin barra lateral como se muestra en el diagrama.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2569464"/>
            <a:ext cx="39319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624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Estado real del perfil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37760" y="29169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Estadísticas muestran '--'. Endpoints disponibles pero sin consumo frontend.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00600" y="3721608"/>
            <a:ext cx="393192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3776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47"/>
                </a:solidFill>
              </a:rPr>
              <a:t>Gestión de Productos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937760" y="406908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Botón 'Configurar Perfil' deshabilitado. CRUD de productos fuera del alcance.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7 / 9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4919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Tareas completadas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06040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78%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606040" y="4919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Scope entregado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54880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~35 / 47h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4754880" y="4919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Horas consumidas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3720" y="468172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Sin feedback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903720" y="491947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Stakeholders externos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686800" y="9144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9E80"/>
                </a:solidFill>
              </a:rPr>
              <a:t>4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4206240" cy="2468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206240" cy="38404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Qué salió bien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389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Distribución clara de tareas desde el inicio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65760" y="18653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Stack Django + Angular: separación de concerns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Autenticación con tokens configurada desde el día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5760" y="2816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C55E"/>
                </a:solidFill>
              </a:rPr>
              <a:t>✓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Estructura organizada por dominio (apps + componentes)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246888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14400"/>
            <a:ext cx="4206240" cy="3840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932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↑  Qué mejorar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Sin standups diarios → tareas estancadas sin detección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18653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Campo owner de Store no incluido desde el inicio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234086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No se validó is_seller inicialmente en authGuard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816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✗  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</a:rPr>
              <a:t>Sin seed data hasta el final → demo imposible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8600" y="3566160"/>
            <a:ext cx="8686800" cy="1371600"/>
          </a:xfrm>
          <a:prstGeom prst="rect">
            <a:avLst/>
          </a:prstGeom>
          <a:solidFill>
            <a:srgbClr val="0D3B4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9E80"/>
                </a:solidFill>
              </a:rPr>
              <a:t>Acciones para Sprint II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05072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4005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Daily standups de 15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075688" y="4005072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26" name="Text 24"/>
          <p:cNvSpPr/>
          <p:nvPr/>
        </p:nvSpPr>
        <p:spPr>
          <a:xfrm>
            <a:off x="2075688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459736" y="4005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Seed data desde el día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85616" y="4005072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29" name="Text 27"/>
          <p:cNvSpPr/>
          <p:nvPr/>
        </p:nvSpPr>
        <p:spPr>
          <a:xfrm>
            <a:off x="3785616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9664" y="4005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Revisar UML antes de codificar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95544" y="4005072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32" name="Text 30"/>
          <p:cNvSpPr/>
          <p:nvPr/>
        </p:nvSpPr>
        <p:spPr>
          <a:xfrm>
            <a:off x="5495544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879592" y="4005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Criterios de aceptación claros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205472" y="4005072"/>
            <a:ext cx="320040" cy="320040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35" name="Text 33"/>
          <p:cNvSpPr/>
          <p:nvPr/>
        </p:nvSpPr>
        <p:spPr>
          <a:xfrm>
            <a:off x="7205472" y="40050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89520" y="4005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Más margen para tareas de integración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F5E74"/>
          </a:solidFill>
          <a:ln w="12700">
            <a:solidFill>
              <a:srgbClr val="0F5E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del Incremento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45720"/>
          </a:xfrm>
          <a:prstGeom prst="rect">
            <a:avLst/>
          </a:prstGeom>
          <a:solidFill>
            <a:srgbClr val="1A9E8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Flujo de demostración — 3 minutos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7099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Registrar vendedor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728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/register · Formulario con email + contraseña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12848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231136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249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Token almacenado · Redirección a home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34056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7523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Navegar al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770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/dashboard · AuthGuard verifica is_seller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55264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27355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Registrar Tienda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291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/dashboard/store-form · Formulario con logo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776472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776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79476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Enviar formulario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38130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POST /api/stores/ · Store creado y vinculado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297680"/>
            <a:ext cx="347472" cy="347472"/>
          </a:xfrm>
          <a:prstGeom prst="ellipse">
            <a:avLst/>
          </a:prstGeom>
          <a:solidFill>
            <a:srgbClr val="1A9E8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431596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Volver al Dashboard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43342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 Confirmación visual · Perfil de tienda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709160"/>
            <a:ext cx="5029200" cy="320040"/>
          </a:xfrm>
          <a:prstGeom prst="rect">
            <a:avLst/>
          </a:prstGeom>
          <a:solidFill>
            <a:srgbClr val="0F5E74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" y="4727448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⚡  Backup: Screenshots disponibles si la demo en vivo falla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NutriPrecio - Sprint I</dc:title>
  <dc:subject>PptxGenJS Presentation</dc:subject>
  <dc:creator>PptxGenJS</dc:creator>
  <cp:lastModifiedBy>PptxGenJS</cp:lastModifiedBy>
  <cp:revision>1</cp:revision>
  <dcterms:created xsi:type="dcterms:W3CDTF">2026-05-11T22:48:41Z</dcterms:created>
  <dcterms:modified xsi:type="dcterms:W3CDTF">2026-05-11T22:48:41Z</dcterms:modified>
</cp:coreProperties>
</file>